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bc7eb4c96744cc" /><Relationship Type="http://schemas.openxmlformats.org/officeDocument/2006/relationships/extended-properties" Target="/docProps/app.xml" Id="Rfadee48abeb34769" /><Relationship Type="http://schemas.openxmlformats.org/officeDocument/2006/relationships/officeDocument" Target="/ppt/presentation.xml" Id="Rf7265a6b743e4d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190bfbf2c649b2"/>
  </p:sldMasterIdLst>
  <p:notesMasterIdLst>
    <p:notesMasterId xmlns:r="http://schemas.openxmlformats.org/officeDocument/2006/relationships" r:id="R6e3614aeeab2409b"/>
  </p:notesMasterIdLst>
  <p:sldIdLst>
    <p:sldId xmlns:r="http://schemas.openxmlformats.org/officeDocument/2006/relationships" id="256" r:id="R9d8a754e941947cd"/>
  </p:sldIdLst>
  <p:sldSz cx="17145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d5feee7de04640" /><Relationship Type="http://schemas.openxmlformats.org/officeDocument/2006/relationships/slideMaster" Target="/ppt/slideMasters/slideMaster1.xml" Id="Rb2190bfbf2c649b2" /><Relationship Type="http://schemas.openxmlformats.org/officeDocument/2006/relationships/notesMaster" Target="/ppt/notesMasters/notesMaster1.xml" Id="R6e3614aeeab2409b" /><Relationship Type="http://schemas.openxmlformats.org/officeDocument/2006/relationships/presProps" Target="/ppt/presProps.xml" Id="Ra7388d5f64024a25" /><Relationship Type="http://schemas.openxmlformats.org/officeDocument/2006/relationships/tableStyles" Target="/ppt/tableStyles.xml" Id="Rda16c5d7053c4afb" /><Relationship Type="http://schemas.openxmlformats.org/officeDocument/2006/relationships/slide" Target="/ppt/slides/slide1.xml" Id="R9d8a754e9419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d4636cece243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397e99e23e4c30" /><Relationship Type="http://schemas.openxmlformats.org/officeDocument/2006/relationships/notesMaster" Target="/ppt/notesMasters/notesMaster1.xml" Id="R0c4a7372ecd045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Readable safety-ablation figure. Values come from the frozen factorized safety suite. This is a synthetic deterministic implementation check, so real-cohort thumbnails are deliberately not used. Every native text element is specified at 8 pt or larger.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dfb2d5e42149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954129bf642e8" /><Relationship Type="http://schemas.openxmlformats.org/officeDocument/2006/relationships/slideLayout" Target="/ppt/slideLayouts/slideLayout1.xml" Id="Ra96fed31f1cb48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6fed31f1cb48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28d8336764d60" /><Relationship Type="http://schemas.openxmlformats.org/officeDocument/2006/relationships/notesSlide" Target="/ppt/notesSlides/notesSlide1.xml" Id="Rb64ecb3497d640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title">
            <a:extLst xmlns:a="http://schemas.openxmlformats.org/drawingml/2006/main">
              <a:ext uri="{FF2B5EF4-FFF2-40B4-BE49-F238E27FC236}">
                <a16:creationId xmlns:a16="http://schemas.microsoft.com/office/drawing/2014/main" id="{2D729CF4-CF5E-4CAF-9D13-74B9EAD9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6700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Safety ablation on the frozen factorized suite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F9497D-709D-467D-87C3-16259D6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1050"/>
            <a:ext cx="1619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Each gate removal permits its pre-specified unsafe escalation. Values are exact finite-suite counts, not population estimates.</a:t>
            </a:r>
          </a:p>
        </p:txBody>
      </p:sp>
      <p:sp>
        <p:nvSpPr>
          <p:cNvPr id="3" name="a">
            <a:extLst xmlns:a="http://schemas.openxmlformats.org/drawingml/2006/main">
              <a:ext uri="{FF2B5EF4-FFF2-40B4-BE49-F238E27FC236}">
                <a16:creationId xmlns:a16="http://schemas.microsoft.com/office/drawing/2014/main" id="{997A62F1-E169-4560-9CF7-A5BC939D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7B9"/>
          </a:solidFill>
          <a:ln xmlns:a="http://schemas.openxmlformats.org/drawingml/2006/main" w="0">
            <a:solidFill>
              <a:srgbClr val="2C67B9"/>
            </a:solidFill>
            <a:prstDash val="solid"/>
          </a:ln>
        </p:spPr>
      </p:sp>
      <p:sp>
        <p:nvSpPr>
          <p:cNvPr id="4" name="a-text">
            <a:extLst xmlns:a="http://schemas.openxmlformats.org/drawingml/2006/main">
              <a:ext uri="{FF2B5EF4-FFF2-40B4-BE49-F238E27FC236}">
                <a16:creationId xmlns:a16="http://schemas.microsoft.com/office/drawing/2014/main" id="{B674B280-B492-40C9-99A1-6FF42E6B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</a:t>
            </a:r>
          </a:p>
        </p:txBody>
      </p:sp>
      <p:sp>
        <p:nvSpPr>
          <p:cNvPr id="5" name="a-title">
            <a:extLst xmlns:a="http://schemas.openxmlformats.org/drawingml/2006/main">
              <a:ext uri="{FF2B5EF4-FFF2-40B4-BE49-F238E27FC236}">
                <a16:creationId xmlns:a16="http://schemas.microsoft.com/office/drawing/2014/main" id="{786BD54D-112A-4E57-82EC-74BE3343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14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Complete drafts</a:t>
            </a:r>
          </a:p>
        </p:txBody>
      </p:sp>
      <p:sp>
        <p:nvSpPr>
          <p:cNvPr id="6" name="a-sub">
            <a:extLst xmlns:a="http://schemas.openxmlformats.org/drawingml/2006/main">
              <a:ext uri="{FF2B5EF4-FFF2-40B4-BE49-F238E27FC236}">
                <a16:creationId xmlns:a16="http://schemas.microsoft.com/office/drawing/2014/main" id="{985A52DF-7C41-4C71-BEAD-23143C11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57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31 ineligible packets</a:t>
            </a:r>
          </a:p>
        </p:txBody>
      </p:sp>
      <p:sp>
        <p:nvSpPr>
          <p:cNvPr id="7" name="ag-0">
            <a:extLst xmlns:a="http://schemas.openxmlformats.org/drawingml/2006/main">
              <a:ext uri="{FF2B5EF4-FFF2-40B4-BE49-F238E27FC236}">
                <a16:creationId xmlns:a16="http://schemas.microsoft.com/office/drawing/2014/main" id="{64A12BDF-A5F0-494F-BDC0-40CAC863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D8E0ED"/>
            </a:solidFill>
            <a:prstDash val="solid"/>
          </a:ln>
        </p:spPr>
      </p:sp>
      <p:sp>
        <p:nvSpPr>
          <p:cNvPr id="8" name="at-0">
            <a:extLst xmlns:a="http://schemas.openxmlformats.org/drawingml/2006/main">
              <a:ext uri="{FF2B5EF4-FFF2-40B4-BE49-F238E27FC236}">
                <a16:creationId xmlns:a16="http://schemas.microsoft.com/office/drawing/2014/main" id="{2493CDFC-1DEF-4A29-868D-EF33FFDB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9" name="ag-2">
            <a:extLst xmlns:a="http://schemas.openxmlformats.org/drawingml/2006/main">
              <a:ext uri="{FF2B5EF4-FFF2-40B4-BE49-F238E27FC236}">
                <a16:creationId xmlns:a16="http://schemas.microsoft.com/office/drawing/2014/main" id="{C7C31964-C2BE-488F-9568-C5BE51D6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27274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D8E0ED"/>
            </a:solidFill>
            <a:prstDash val="solid"/>
          </a:ln>
        </p:spPr>
      </p:sp>
      <p:sp>
        <p:nvSpPr>
          <p:cNvPr id="10" name="at-2">
            <a:extLst xmlns:a="http://schemas.openxmlformats.org/drawingml/2006/main">
              <a:ext uri="{FF2B5EF4-FFF2-40B4-BE49-F238E27FC236}">
                <a16:creationId xmlns:a16="http://schemas.microsoft.com/office/drawing/2014/main" id="{26635DD9-12D3-45BE-BEBB-967676D2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2024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ag-4">
            <a:extLst xmlns:a="http://schemas.openxmlformats.org/drawingml/2006/main">
              <a:ext uri="{FF2B5EF4-FFF2-40B4-BE49-F238E27FC236}">
                <a16:creationId xmlns:a16="http://schemas.microsoft.com/office/drawing/2014/main" id="{25C9E8C1-152A-4144-8051-9372FF26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63298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D8E0ED"/>
            </a:solidFill>
            <a:prstDash val="solid"/>
          </a:ln>
        </p:spPr>
      </p:sp>
      <p:sp>
        <p:nvSpPr>
          <p:cNvPr id="12" name="at-4">
            <a:extLst xmlns:a="http://schemas.openxmlformats.org/drawingml/2006/main">
              <a:ext uri="{FF2B5EF4-FFF2-40B4-BE49-F238E27FC236}">
                <a16:creationId xmlns:a16="http://schemas.microsoft.com/office/drawing/2014/main" id="{2D26731C-3616-42E0-89CA-7704B78D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68048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3" name="ag-6">
            <a:extLst xmlns:a="http://schemas.openxmlformats.org/drawingml/2006/main">
              <a:ext uri="{FF2B5EF4-FFF2-40B4-BE49-F238E27FC236}">
                <a16:creationId xmlns:a16="http://schemas.microsoft.com/office/drawing/2014/main" id="{0DBD6FFB-B2C9-4077-9015-E76101A7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99322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D8E0ED"/>
            </a:solidFill>
            <a:prstDash val="solid"/>
          </a:ln>
        </p:spPr>
      </p:sp>
      <p:sp>
        <p:nvSpPr>
          <p:cNvPr id="14" name="at-6">
            <a:extLst xmlns:a="http://schemas.openxmlformats.org/drawingml/2006/main">
              <a:ext uri="{FF2B5EF4-FFF2-40B4-BE49-F238E27FC236}">
                <a16:creationId xmlns:a16="http://schemas.microsoft.com/office/drawing/2014/main" id="{4C78C54C-0331-4FEA-BC61-6CFA61D2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4072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5" name="ag-8">
            <a:extLst xmlns:a="http://schemas.openxmlformats.org/drawingml/2006/main">
              <a:ext uri="{FF2B5EF4-FFF2-40B4-BE49-F238E27FC236}">
                <a16:creationId xmlns:a16="http://schemas.microsoft.com/office/drawing/2014/main" id="{E424089A-8CA6-40E0-A632-99393A6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5346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D8E0ED"/>
            </a:solidFill>
            <a:prstDash val="solid"/>
          </a:ln>
        </p:spPr>
      </p:sp>
      <p:sp>
        <p:nvSpPr>
          <p:cNvPr id="16" name="at-8">
            <a:extLst xmlns:a="http://schemas.openxmlformats.org/drawingml/2006/main">
              <a:ext uri="{FF2B5EF4-FFF2-40B4-BE49-F238E27FC236}">
                <a16:creationId xmlns:a16="http://schemas.microsoft.com/office/drawing/2014/main" id="{576183FE-551B-4884-861D-609604D0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0096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17" name="ay">
            <a:extLst xmlns:a="http://schemas.openxmlformats.org/drawingml/2006/main">
              <a:ext uri="{FF2B5EF4-FFF2-40B4-BE49-F238E27FC236}">
                <a16:creationId xmlns:a16="http://schemas.microsoft.com/office/drawing/2014/main" id="{E5BCF5FC-35EB-402E-B802-C70322BE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0" cy="400050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17213D"/>
            </a:solidFill>
            <a:prstDash val="solid"/>
          </a:ln>
        </p:spPr>
      </p:sp>
      <p:sp>
        <p:nvSpPr>
          <p:cNvPr id="18" name="ax">
            <a:extLst xmlns:a="http://schemas.openxmlformats.org/drawingml/2006/main">
              <a:ext uri="{FF2B5EF4-FFF2-40B4-BE49-F238E27FC236}">
                <a16:creationId xmlns:a16="http://schemas.microsoft.com/office/drawing/2014/main" id="{073E7FDC-0E53-4F39-A682-9950E078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4381500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17213D"/>
            </a:solidFill>
            <a:prstDash val="solid"/>
          </a:ln>
        </p:spPr>
      </p:sp>
      <p:sp>
        <p:nvSpPr>
          <p:cNvPr id="19" name="a-axis">
            <a:extLst xmlns:a="http://schemas.openxmlformats.org/drawingml/2006/main">
              <a:ext uri="{FF2B5EF4-FFF2-40B4-BE49-F238E27FC236}">
                <a16:creationId xmlns:a16="http://schemas.microsoft.com/office/drawing/2014/main" id="{9F80EF11-4C33-4CD8-A4F2-59243B6D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Unsafe HIGH</a:t>
            </a:r>
          </a:p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count</a:t>
            </a:r>
          </a:p>
        </p:txBody>
      </p:sp>
      <p:sp>
        <p:nvSpPr>
          <p:cNvPr id="20" name="aval-0">
            <a:extLst xmlns:a="http://schemas.openxmlformats.org/drawingml/2006/main">
              <a:ext uri="{FF2B5EF4-FFF2-40B4-BE49-F238E27FC236}">
                <a16:creationId xmlns:a16="http://schemas.microsoft.com/office/drawing/2014/main" id="{46ACE74B-8119-48E2-AFCC-B4466601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29300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0/31</a:t>
            </a:r>
          </a:p>
        </p:txBody>
      </p:sp>
      <p:sp>
        <p:nvSpPr>
          <p:cNvPr id="21" name="alabel-0">
            <a:extLst xmlns:a="http://schemas.openxmlformats.org/drawingml/2006/main">
              <a:ext uri="{FF2B5EF4-FFF2-40B4-BE49-F238E27FC236}">
                <a16:creationId xmlns:a16="http://schemas.microsoft.com/office/drawing/2014/main" id="{B8DFCD7D-EA01-4259-B3BF-41127B41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Full</a:t>
            </a:r>
          </a:p>
        </p:txBody>
      </p:sp>
      <p:sp>
        <p:nvSpPr>
          <p:cNvPr id="22" name="abar-1">
            <a:extLst xmlns:a="http://schemas.openxmlformats.org/drawingml/2006/main">
              <a:ext uri="{FF2B5EF4-FFF2-40B4-BE49-F238E27FC236}">
                <a16:creationId xmlns:a16="http://schemas.microsoft.com/office/drawing/2014/main" id="{39468DBC-65F5-4EF7-AAE4-DA44D7E4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09262"/>
            <a:ext cx="533400" cy="48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828"/>
          </a:solidFill>
          <a:ln xmlns:a="http://schemas.openxmlformats.org/drawingml/2006/main" w="9525">
            <a:solidFill>
              <a:srgbClr val="17213D"/>
            </a:solidFill>
            <a:prstDash val="solid"/>
          </a:ln>
        </p:spPr>
      </p:sp>
      <p:sp>
        <p:nvSpPr>
          <p:cNvPr id="23" name="aval-1">
            <a:extLst xmlns:a="http://schemas.openxmlformats.org/drawingml/2006/main">
              <a:ext uri="{FF2B5EF4-FFF2-40B4-BE49-F238E27FC236}">
                <a16:creationId xmlns:a16="http://schemas.microsoft.com/office/drawing/2014/main" id="{767F8238-FF6F-4E15-8844-03CE8FC9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47312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1/31</a:t>
            </a:r>
          </a:p>
        </p:txBody>
      </p:sp>
      <p:sp>
        <p:nvSpPr>
          <p:cNvPr id="24" name="alabel-1">
            <a:extLst xmlns:a="http://schemas.openxmlformats.org/drawingml/2006/main">
              <a:ext uri="{FF2B5EF4-FFF2-40B4-BE49-F238E27FC236}">
                <a16:creationId xmlns:a16="http://schemas.microsoft.com/office/drawing/2014/main" id="{51340DF8-57CA-4CC2-93BF-A067F095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−T</a:t>
            </a:r>
          </a:p>
        </p:txBody>
      </p:sp>
      <p:sp>
        <p:nvSpPr>
          <p:cNvPr id="25" name="abar-2">
            <a:extLst xmlns:a="http://schemas.openxmlformats.org/drawingml/2006/main">
              <a:ext uri="{FF2B5EF4-FFF2-40B4-BE49-F238E27FC236}">
                <a16:creationId xmlns:a16="http://schemas.microsoft.com/office/drawing/2014/main" id="{6F337F34-05D7-4006-8FEC-A0B6B325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709262"/>
            <a:ext cx="533400" cy="48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828"/>
          </a:solidFill>
          <a:ln xmlns:a="http://schemas.openxmlformats.org/drawingml/2006/main" w="9525">
            <a:solidFill>
              <a:srgbClr val="17213D"/>
            </a:solidFill>
            <a:prstDash val="solid"/>
          </a:ln>
        </p:spPr>
      </p:sp>
      <p:sp>
        <p:nvSpPr>
          <p:cNvPr id="26" name="aval-2">
            <a:extLst xmlns:a="http://schemas.openxmlformats.org/drawingml/2006/main">
              <a:ext uri="{FF2B5EF4-FFF2-40B4-BE49-F238E27FC236}">
                <a16:creationId xmlns:a16="http://schemas.microsoft.com/office/drawing/2014/main" id="{C426CB8A-E860-4FC9-9B90-C4DC5096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47312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1/31</a:t>
            </a:r>
          </a:p>
        </p:txBody>
      </p:sp>
      <p:sp>
        <p:nvSpPr>
          <p:cNvPr id="27" name="alabel-2">
            <a:extLst xmlns:a="http://schemas.openxmlformats.org/drawingml/2006/main">
              <a:ext uri="{FF2B5EF4-FFF2-40B4-BE49-F238E27FC236}">
                <a16:creationId xmlns:a16="http://schemas.microsoft.com/office/drawing/2014/main" id="{E064E86D-BC3E-4B67-970E-F5C30E07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−S</a:t>
            </a:r>
          </a:p>
        </p:txBody>
      </p:sp>
      <p:sp>
        <p:nvSpPr>
          <p:cNvPr id="28" name="abar-3">
            <a:extLst xmlns:a="http://schemas.openxmlformats.org/drawingml/2006/main">
              <a:ext uri="{FF2B5EF4-FFF2-40B4-BE49-F238E27FC236}">
                <a16:creationId xmlns:a16="http://schemas.microsoft.com/office/drawing/2014/main" id="{D11752BD-A593-435D-A20F-8E72F0E7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709262"/>
            <a:ext cx="533400" cy="481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828"/>
          </a:solidFill>
          <a:ln xmlns:a="http://schemas.openxmlformats.org/drawingml/2006/main" w="9525">
            <a:solidFill>
              <a:srgbClr val="17213D"/>
            </a:solidFill>
            <a:prstDash val="solid"/>
          </a:ln>
        </p:spPr>
      </p:sp>
      <p:sp>
        <p:nvSpPr>
          <p:cNvPr id="29" name="aval-3">
            <a:extLst xmlns:a="http://schemas.openxmlformats.org/drawingml/2006/main">
              <a:ext uri="{FF2B5EF4-FFF2-40B4-BE49-F238E27FC236}">
                <a16:creationId xmlns:a16="http://schemas.microsoft.com/office/drawing/2014/main" id="{CB7A13CC-D2EC-4154-AADB-BA8B8B13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47312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1/31</a:t>
            </a:r>
          </a:p>
        </p:txBody>
      </p:sp>
      <p:sp>
        <p:nvSpPr>
          <p:cNvPr id="30" name="alabel-3">
            <a:extLst xmlns:a="http://schemas.openxmlformats.org/drawingml/2006/main">
              <a:ext uri="{FF2B5EF4-FFF2-40B4-BE49-F238E27FC236}">
                <a16:creationId xmlns:a16="http://schemas.microsoft.com/office/drawing/2014/main" id="{49257597-1AE0-48BD-BAF6-94B3287C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−FDR</a:t>
            </a:r>
          </a:p>
        </p:txBody>
      </p:sp>
      <p:sp>
        <p:nvSpPr>
          <p:cNvPr id="31" name="abar-4">
            <a:extLst xmlns:a="http://schemas.openxmlformats.org/drawingml/2006/main">
              <a:ext uri="{FF2B5EF4-FFF2-40B4-BE49-F238E27FC236}">
                <a16:creationId xmlns:a16="http://schemas.microsoft.com/office/drawing/2014/main" id="{F7D1AD95-9AD5-4FD2-9C96-0D9662B7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17334"/>
            <a:ext cx="533400" cy="33739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4140"/>
          </a:solidFill>
          <a:ln xmlns:a="http://schemas.openxmlformats.org/drawingml/2006/main" w="9525">
            <a:solidFill>
              <a:srgbClr val="17213D"/>
            </a:solidFill>
            <a:prstDash val="solid"/>
          </a:ln>
        </p:spPr>
      </p:sp>
      <p:sp>
        <p:nvSpPr>
          <p:cNvPr id="32" name="aval-4">
            <a:extLst xmlns:a="http://schemas.openxmlformats.org/drawingml/2006/main">
              <a:ext uri="{FF2B5EF4-FFF2-40B4-BE49-F238E27FC236}">
                <a16:creationId xmlns:a16="http://schemas.microsoft.com/office/drawing/2014/main" id="{97D4EDBE-4B26-47F6-8DE9-C55A24C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55384"/>
            <a:ext cx="62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7/31</a:t>
            </a:r>
          </a:p>
        </p:txBody>
      </p:sp>
      <p:sp>
        <p:nvSpPr>
          <p:cNvPr id="33" name="alabel-4">
            <a:extLst xmlns:a="http://schemas.openxmlformats.org/drawingml/2006/main">
              <a:ext uri="{FF2B5EF4-FFF2-40B4-BE49-F238E27FC236}">
                <a16:creationId xmlns:a16="http://schemas.microsoft.com/office/drawing/2014/main" id="{47F91E05-9FAC-44B2-BC41-8BFC7531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63341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Naive</a:t>
            </a:r>
          </a:p>
        </p:txBody>
      </p:sp>
      <p:sp>
        <p:nvSpPr>
          <p:cNvPr id="34" name="a-key">
            <a:extLst xmlns:a="http://schemas.openxmlformats.org/drawingml/2006/main">
              <a:ext uri="{FF2B5EF4-FFF2-40B4-BE49-F238E27FC236}">
                <a16:creationId xmlns:a16="http://schemas.microsoft.com/office/drawing/2014/main" id="{11591D86-8EAB-4738-9EB4-696DD46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437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T = transport; S = source independence; P = provenance</a:t>
            </a:r>
          </a:p>
        </p:txBody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C79DE4AE-5133-44BB-8152-799A7CC0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14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7B9"/>
          </a:solidFill>
          <a:ln xmlns:a="http://schemas.openxmlformats.org/drawingml/2006/main" w="0">
            <a:solidFill>
              <a:srgbClr val="2C67B9"/>
            </a:solidFill>
            <a:prstDash val="solid"/>
          </a:ln>
        </p:spPr>
      </p:sp>
      <p:sp>
        <p:nvSpPr>
          <p:cNvPr id="36" name="b-text">
            <a:extLst xmlns:a="http://schemas.openxmlformats.org/drawingml/2006/main">
              <a:ext uri="{FF2B5EF4-FFF2-40B4-BE49-F238E27FC236}">
                <a16:creationId xmlns:a16="http://schemas.microsoft.com/office/drawing/2014/main" id="{36A4030A-E80A-4AC1-8850-E31A1D4D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09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37" name="b-title">
            <a:extLst xmlns:a="http://schemas.openxmlformats.org/drawingml/2006/main">
              <a:ext uri="{FF2B5EF4-FFF2-40B4-BE49-F238E27FC236}">
                <a16:creationId xmlns:a16="http://schemas.microsoft.com/office/drawing/2014/main" id="{DAF5361C-F2AC-4F9B-BA05-D9258BA5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144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Provenance-omission attack</a:t>
            </a:r>
          </a:p>
        </p:txBody>
      </p:sp>
      <p:sp>
        <p:nvSpPr>
          <p:cNvPr id="38" name="b-sub">
            <a:extLst xmlns:a="http://schemas.openxmlformats.org/drawingml/2006/main">
              <a:ext uri="{FF2B5EF4-FFF2-40B4-BE49-F238E27FC236}">
                <a16:creationId xmlns:a16="http://schemas.microsoft.com/office/drawing/2014/main" id="{BCFE68C3-C069-4F92-877F-A6F33625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573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32 incomplete drafts</a:t>
            </a:r>
          </a:p>
        </p:txBody>
      </p:sp>
      <p:sp>
        <p:nvSpPr>
          <p:cNvPr id="39" name="bg-0">
            <a:extLst xmlns:a="http://schemas.openxmlformats.org/drawingml/2006/main">
              <a:ext uri="{FF2B5EF4-FFF2-40B4-BE49-F238E27FC236}">
                <a16:creationId xmlns:a16="http://schemas.microsoft.com/office/drawing/2014/main" id="{666BF7CD-DE27-4410-9DD7-27A967AF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19125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D8E0ED"/>
            </a:solidFill>
            <a:prstDash val="solid"/>
          </a:ln>
        </p:spPr>
      </p:sp>
      <p:sp>
        <p:nvSpPr>
          <p:cNvPr id="40" name="bt-0">
            <a:extLst xmlns:a="http://schemas.openxmlformats.org/drawingml/2006/main">
              <a:ext uri="{FF2B5EF4-FFF2-40B4-BE49-F238E27FC236}">
                <a16:creationId xmlns:a16="http://schemas.microsoft.com/office/drawing/2014/main" id="{CC5D2947-610E-4150-9A8B-60E49F20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960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41" name="bg-1">
            <a:extLst xmlns:a="http://schemas.openxmlformats.org/drawingml/2006/main">
              <a:ext uri="{FF2B5EF4-FFF2-40B4-BE49-F238E27FC236}">
                <a16:creationId xmlns:a16="http://schemas.microsoft.com/office/drawing/2014/main" id="{6844BB25-02F2-4008-92E8-5F462724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92361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8573">
            <a:solidFill>
              <a:srgbClr val="D8E0ED"/>
            </a:solidFill>
            <a:prstDash val="solid"/>
          </a:ln>
        </p:spPr>
      </p:sp>
      <p:sp>
        <p:nvSpPr>
          <p:cNvPr id="42" name="bt-1">
            <a:extLst xmlns:a="http://schemas.openxmlformats.org/drawingml/2006/main">
              <a:ext uri="{FF2B5EF4-FFF2-40B4-BE49-F238E27FC236}">
                <a16:creationId xmlns:a16="http://schemas.microsoft.com/office/drawing/2014/main" id="{160F7844-54C3-4AEC-A85C-93BE22A6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7111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3" name="by">
            <a:extLst xmlns:a="http://schemas.openxmlformats.org/drawingml/2006/main">
              <a:ext uri="{FF2B5EF4-FFF2-40B4-BE49-F238E27FC236}">
                <a16:creationId xmlns:a16="http://schemas.microsoft.com/office/drawing/2014/main" id="{F2633300-65B3-4836-879C-EB156652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52750"/>
            <a:ext cx="0" cy="323850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17213D"/>
            </a:solidFill>
            <a:prstDash val="solid"/>
          </a:ln>
        </p:spPr>
      </p:sp>
      <p:sp>
        <p:nvSpPr>
          <p:cNvPr id="44" name="bx">
            <a:extLst xmlns:a="http://schemas.openxmlformats.org/drawingml/2006/main">
              <a:ext uri="{FF2B5EF4-FFF2-40B4-BE49-F238E27FC236}">
                <a16:creationId xmlns:a16="http://schemas.microsoft.com/office/drawing/2014/main" id="{A24AFA49-EC3F-41B7-B20F-44E779EF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619125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13335">
            <a:solidFill>
              <a:srgbClr val="17213D"/>
            </a:solidFill>
            <a:prstDash val="solid"/>
          </a:ln>
        </p:spPr>
      </p:sp>
      <p:sp>
        <p:nvSpPr>
          <p:cNvPr id="45" name="b-axis">
            <a:extLst xmlns:a="http://schemas.openxmlformats.org/drawingml/2006/main">
              <a:ext uri="{FF2B5EF4-FFF2-40B4-BE49-F238E27FC236}">
                <a16:creationId xmlns:a16="http://schemas.microsoft.com/office/drawing/2014/main" id="{D43C019D-C26B-4888-BBC5-F5B72CBC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Unsafe HIGH</a:t>
            </a:r>
          </a:p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count</a:t>
            </a:r>
          </a:p>
        </p:txBody>
      </p:sp>
      <p:sp>
        <p:nvSpPr>
          <p:cNvPr id="46" name="bval-0">
            <a:extLst xmlns:a="http://schemas.openxmlformats.org/drawingml/2006/main">
              <a:ext uri="{FF2B5EF4-FFF2-40B4-BE49-F238E27FC236}">
                <a16:creationId xmlns:a16="http://schemas.microsoft.com/office/drawing/2014/main" id="{250F72A8-0BAC-475E-90D0-5C2A815A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0/32</a:t>
            </a:r>
          </a:p>
        </p:txBody>
      </p:sp>
      <p:sp>
        <p:nvSpPr>
          <p:cNvPr id="47" name="blabel-0">
            <a:extLst xmlns:a="http://schemas.openxmlformats.org/drawingml/2006/main">
              <a:ext uri="{FF2B5EF4-FFF2-40B4-BE49-F238E27FC236}">
                <a16:creationId xmlns:a16="http://schemas.microsoft.com/office/drawing/2014/main" id="{09A205A6-59EF-4DC8-836D-3FDC062D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334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Full</a:t>
            </a:r>
          </a:p>
        </p:txBody>
      </p:sp>
      <p:sp>
        <p:nvSpPr>
          <p:cNvPr id="48" name="bbar-1">
            <a:extLst xmlns:a="http://schemas.openxmlformats.org/drawingml/2006/main">
              <a:ext uri="{FF2B5EF4-FFF2-40B4-BE49-F238E27FC236}">
                <a16:creationId xmlns:a16="http://schemas.microsoft.com/office/drawing/2014/main" id="{715132E9-768D-42E7-B48D-21CBB9C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2361"/>
            <a:ext cx="762000" cy="23988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9828"/>
          </a:solidFill>
          <a:ln xmlns:a="http://schemas.openxmlformats.org/drawingml/2006/main" w="9525">
            <a:solidFill>
              <a:srgbClr val="17213D"/>
            </a:solidFill>
            <a:prstDash val="solid"/>
          </a:ln>
        </p:spPr>
      </p:sp>
      <p:sp>
        <p:nvSpPr>
          <p:cNvPr id="49" name="bval-1">
            <a:extLst xmlns:a="http://schemas.openxmlformats.org/drawingml/2006/main">
              <a:ext uri="{FF2B5EF4-FFF2-40B4-BE49-F238E27FC236}">
                <a16:creationId xmlns:a16="http://schemas.microsoft.com/office/drawing/2014/main" id="{55395A61-03BC-4E76-92EA-414A4342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0411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1/32</a:t>
            </a:r>
          </a:p>
        </p:txBody>
      </p:sp>
      <p:sp>
        <p:nvSpPr>
          <p:cNvPr id="50" name="blabel-1">
            <a:extLst xmlns:a="http://schemas.openxmlformats.org/drawingml/2006/main">
              <a:ext uri="{FF2B5EF4-FFF2-40B4-BE49-F238E27FC236}">
                <a16:creationId xmlns:a16="http://schemas.microsoft.com/office/drawing/2014/main" id="{FA87612F-B899-4518-AED9-00C997FD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34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−P</a:t>
            </a:r>
          </a:p>
        </p:txBody>
      </p:sp>
      <p:sp>
        <p:nvSpPr>
          <p:cNvPr id="51" name="c">
            <a:extLst xmlns:a="http://schemas.openxmlformats.org/drawingml/2006/main">
              <a:ext uri="{FF2B5EF4-FFF2-40B4-BE49-F238E27FC236}">
                <a16:creationId xmlns:a16="http://schemas.microsoft.com/office/drawing/2014/main" id="{3DEAE900-9209-4830-B395-4D96D06B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14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7B9"/>
          </a:solidFill>
          <a:ln xmlns:a="http://schemas.openxmlformats.org/drawingml/2006/main" w="0">
            <a:solidFill>
              <a:srgbClr val="2C67B9"/>
            </a:solidFill>
            <a:prstDash val="solid"/>
          </a:ln>
        </p:spPr>
      </p:sp>
      <p:sp>
        <p:nvSpPr>
          <p:cNvPr id="52" name="c-text">
            <a:extLst xmlns:a="http://schemas.openxmlformats.org/drawingml/2006/main">
              <a:ext uri="{FF2B5EF4-FFF2-40B4-BE49-F238E27FC236}">
                <a16:creationId xmlns:a16="http://schemas.microsoft.com/office/drawing/2014/main" id="{36E51746-08DA-444D-B948-541D553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409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</a:t>
            </a:r>
          </a:p>
        </p:txBody>
      </p:sp>
      <p:sp>
        <p:nvSpPr>
          <p:cNvPr id="53" name="c-title">
            <a:extLst xmlns:a="http://schemas.openxmlformats.org/drawingml/2006/main">
              <a:ext uri="{FF2B5EF4-FFF2-40B4-BE49-F238E27FC236}">
                <a16:creationId xmlns:a16="http://schemas.microsoft.com/office/drawing/2014/main" id="{63783529-6265-45CB-8C21-0FB8BB11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3144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Predeclared critical cells</a:t>
            </a:r>
          </a:p>
        </p:txBody>
      </p:sp>
      <p:sp>
        <p:nvSpPr>
          <p:cNvPr id="54" name="c-sub">
            <a:extLst xmlns:a="http://schemas.openxmlformats.org/drawingml/2006/main">
              <a:ext uri="{FF2B5EF4-FFF2-40B4-BE49-F238E27FC236}">
                <a16:creationId xmlns:a16="http://schemas.microsoft.com/office/drawing/2014/main" id="{E8BDE192-DD7B-4A32-BDDC-739AF71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657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HIGH appears only when the corresponding safety gate has been removed.</a:t>
            </a:r>
          </a:p>
        </p:txBody>
      </p:sp>
      <p:sp>
        <p:nvSpPr>
          <p:cNvPr id="55" name="r-0">
            <a:extLst xmlns:a="http://schemas.openxmlformats.org/drawingml/2006/main">
              <a:ext uri="{FF2B5EF4-FFF2-40B4-BE49-F238E27FC236}">
                <a16:creationId xmlns:a16="http://schemas.microsoft.com/office/drawing/2014/main" id="{7334DF80-1C1F-4926-AF7F-642F2421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765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Eligible</a:t>
            </a:r>
          </a:p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(all pass)</a:t>
            </a:r>
          </a:p>
        </p:txBody>
      </p:sp>
      <p:sp>
        <p:nvSpPr>
          <p:cNvPr id="56" name="m-0-0">
            <a:extLst xmlns:a="http://schemas.openxmlformats.org/drawingml/2006/main">
              <a:ext uri="{FF2B5EF4-FFF2-40B4-BE49-F238E27FC236}">
                <a16:creationId xmlns:a16="http://schemas.microsoft.com/office/drawing/2014/main" id="{0459AA7F-CD9B-40B8-B1AC-CCFE57D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3812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mt-0-0">
            <a:extLst xmlns:a="http://schemas.openxmlformats.org/drawingml/2006/main">
              <a:ext uri="{FF2B5EF4-FFF2-40B4-BE49-F238E27FC236}">
                <a16:creationId xmlns:a16="http://schemas.microsoft.com/office/drawing/2014/main" id="{3E6EC703-095F-4C5B-9EAD-424046B2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6479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58" name="m-0-1">
            <a:extLst xmlns:a="http://schemas.openxmlformats.org/drawingml/2006/main">
              <a:ext uri="{FF2B5EF4-FFF2-40B4-BE49-F238E27FC236}">
                <a16:creationId xmlns:a16="http://schemas.microsoft.com/office/drawing/2014/main" id="{CC4BE2A4-A600-468D-93BC-11F221D9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3812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mt-0-1">
            <a:extLst xmlns:a="http://schemas.openxmlformats.org/drawingml/2006/main">
              <a:ext uri="{FF2B5EF4-FFF2-40B4-BE49-F238E27FC236}">
                <a16:creationId xmlns:a16="http://schemas.microsoft.com/office/drawing/2014/main" id="{D3CCC01D-F86D-4EB3-8AA9-61B0890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26479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60" name="m-0-2">
            <a:extLst xmlns:a="http://schemas.openxmlformats.org/drawingml/2006/main">
              <a:ext uri="{FF2B5EF4-FFF2-40B4-BE49-F238E27FC236}">
                <a16:creationId xmlns:a16="http://schemas.microsoft.com/office/drawing/2014/main" id="{13D20B60-BED0-4B93-A0F7-9AC9594F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812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mt-0-2">
            <a:extLst xmlns:a="http://schemas.openxmlformats.org/drawingml/2006/main">
              <a:ext uri="{FF2B5EF4-FFF2-40B4-BE49-F238E27FC236}">
                <a16:creationId xmlns:a16="http://schemas.microsoft.com/office/drawing/2014/main" id="{090A5593-A150-4B41-BDA9-18CB201E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6479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62" name="m-0-3">
            <a:extLst xmlns:a="http://schemas.openxmlformats.org/drawingml/2006/main">
              <a:ext uri="{FF2B5EF4-FFF2-40B4-BE49-F238E27FC236}">
                <a16:creationId xmlns:a16="http://schemas.microsoft.com/office/drawing/2014/main" id="{A57B5450-4D7D-4B6D-AE65-F62BB3E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3812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mt-0-3">
            <a:extLst xmlns:a="http://schemas.openxmlformats.org/drawingml/2006/main">
              <a:ext uri="{FF2B5EF4-FFF2-40B4-BE49-F238E27FC236}">
                <a16:creationId xmlns:a16="http://schemas.microsoft.com/office/drawing/2014/main" id="{9D18DDC7-D12B-4C59-B8E6-681C4A47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26479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64" name="m-0-4">
            <a:extLst xmlns:a="http://schemas.openxmlformats.org/drawingml/2006/main">
              <a:ext uri="{FF2B5EF4-FFF2-40B4-BE49-F238E27FC236}">
                <a16:creationId xmlns:a16="http://schemas.microsoft.com/office/drawing/2014/main" id="{090FBDED-3652-4BCB-A1E3-3B1B50A4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23812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mt-0-4">
            <a:extLst xmlns:a="http://schemas.openxmlformats.org/drawingml/2006/main">
              <a:ext uri="{FF2B5EF4-FFF2-40B4-BE49-F238E27FC236}">
                <a16:creationId xmlns:a16="http://schemas.microsoft.com/office/drawing/2014/main" id="{9601E389-3283-48B6-B5C9-A8274775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26479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66" name="r-1">
            <a:extLst xmlns:a="http://schemas.openxmlformats.org/drawingml/2006/main">
              <a:ext uri="{FF2B5EF4-FFF2-40B4-BE49-F238E27FC236}">
                <a16:creationId xmlns:a16="http://schemas.microsoft.com/office/drawing/2014/main" id="{7FACF20B-70AE-40DC-8542-6E18C0F4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3147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Cross-measurement</a:t>
            </a:r>
          </a:p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failure</a:t>
            </a:r>
          </a:p>
        </p:txBody>
      </p:sp>
      <p:sp>
        <p:nvSpPr>
          <p:cNvPr id="67" name="m-1-0">
            <a:extLst xmlns:a="http://schemas.openxmlformats.org/drawingml/2006/main">
              <a:ext uri="{FF2B5EF4-FFF2-40B4-BE49-F238E27FC236}">
                <a16:creationId xmlns:a16="http://schemas.microsoft.com/office/drawing/2014/main" id="{B3F84536-7B9D-401C-81E3-B548EF5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2194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mt-1-0">
            <a:extLst xmlns:a="http://schemas.openxmlformats.org/drawingml/2006/main">
              <a:ext uri="{FF2B5EF4-FFF2-40B4-BE49-F238E27FC236}">
                <a16:creationId xmlns:a16="http://schemas.microsoft.com/office/drawing/2014/main" id="{1B1B1EC0-57F9-4145-AAE0-9F931CDA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4861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69" name="m-1-1">
            <a:extLst xmlns:a="http://schemas.openxmlformats.org/drawingml/2006/main">
              <a:ext uri="{FF2B5EF4-FFF2-40B4-BE49-F238E27FC236}">
                <a16:creationId xmlns:a16="http://schemas.microsoft.com/office/drawing/2014/main" id="{EEE5A2FD-F1C1-4596-8E80-701CBABB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2194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mt-1-1">
            <a:extLst xmlns:a="http://schemas.openxmlformats.org/drawingml/2006/main">
              <a:ext uri="{FF2B5EF4-FFF2-40B4-BE49-F238E27FC236}">
                <a16:creationId xmlns:a16="http://schemas.microsoft.com/office/drawing/2014/main" id="{6C621639-318A-46B0-B6E7-3409D818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34861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71" name="m-1-2">
            <a:extLst xmlns:a="http://schemas.openxmlformats.org/drawingml/2006/main">
              <a:ext uri="{FF2B5EF4-FFF2-40B4-BE49-F238E27FC236}">
                <a16:creationId xmlns:a16="http://schemas.microsoft.com/office/drawing/2014/main" id="{C28B31DC-D02F-4B10-BE7C-AA756366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2194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mt-1-2">
            <a:extLst xmlns:a="http://schemas.openxmlformats.org/drawingml/2006/main">
              <a:ext uri="{FF2B5EF4-FFF2-40B4-BE49-F238E27FC236}">
                <a16:creationId xmlns:a16="http://schemas.microsoft.com/office/drawing/2014/main" id="{3165E728-2E4D-474C-8A3F-888294AF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34861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73" name="m-1-3">
            <a:extLst xmlns:a="http://schemas.openxmlformats.org/drawingml/2006/main">
              <a:ext uri="{FF2B5EF4-FFF2-40B4-BE49-F238E27FC236}">
                <a16:creationId xmlns:a16="http://schemas.microsoft.com/office/drawing/2014/main" id="{D4E58482-DDAA-40FF-9B54-80DA06E7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2194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mt-1-3">
            <a:extLst xmlns:a="http://schemas.openxmlformats.org/drawingml/2006/main">
              <a:ext uri="{FF2B5EF4-FFF2-40B4-BE49-F238E27FC236}">
                <a16:creationId xmlns:a16="http://schemas.microsoft.com/office/drawing/2014/main" id="{D35DE10F-41E3-4911-A196-91AD394F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34861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75" name="m-1-4">
            <a:extLst xmlns:a="http://schemas.openxmlformats.org/drawingml/2006/main">
              <a:ext uri="{FF2B5EF4-FFF2-40B4-BE49-F238E27FC236}">
                <a16:creationId xmlns:a16="http://schemas.microsoft.com/office/drawing/2014/main" id="{DEBEF1B7-7D77-40D1-AE49-8234A267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32194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mt-1-4">
            <a:extLst xmlns:a="http://schemas.openxmlformats.org/drawingml/2006/main">
              <a:ext uri="{FF2B5EF4-FFF2-40B4-BE49-F238E27FC236}">
                <a16:creationId xmlns:a16="http://schemas.microsoft.com/office/drawing/2014/main" id="{2438AFC6-0C23-43B9-8001-DCACB2E0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34861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77" name="r-2">
            <a:extLst xmlns:a="http://schemas.openxmlformats.org/drawingml/2006/main">
              <a:ext uri="{FF2B5EF4-FFF2-40B4-BE49-F238E27FC236}">
                <a16:creationId xmlns:a16="http://schemas.microsoft.com/office/drawing/2014/main" id="{F803E3DD-F0A8-4FC1-BAA4-2D3A706E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529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Same-source</a:t>
            </a:r>
          </a:p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failure</a:t>
            </a:r>
          </a:p>
        </p:txBody>
      </p:sp>
      <p:sp>
        <p:nvSpPr>
          <p:cNvPr id="78" name="m-2-0">
            <a:extLst xmlns:a="http://schemas.openxmlformats.org/drawingml/2006/main">
              <a:ext uri="{FF2B5EF4-FFF2-40B4-BE49-F238E27FC236}">
                <a16:creationId xmlns:a16="http://schemas.microsoft.com/office/drawing/2014/main" id="{6B2C33F3-F031-4490-B227-8C9B8BE1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0576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mt-2-0">
            <a:extLst xmlns:a="http://schemas.openxmlformats.org/drawingml/2006/main">
              <a:ext uri="{FF2B5EF4-FFF2-40B4-BE49-F238E27FC236}">
                <a16:creationId xmlns:a16="http://schemas.microsoft.com/office/drawing/2014/main" id="{6B1DB9EF-7A8F-46B8-B9BD-515B6590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3243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80" name="m-2-1">
            <a:extLst xmlns:a="http://schemas.openxmlformats.org/drawingml/2006/main">
              <a:ext uri="{FF2B5EF4-FFF2-40B4-BE49-F238E27FC236}">
                <a16:creationId xmlns:a16="http://schemas.microsoft.com/office/drawing/2014/main" id="{455774F5-7BCC-4B40-AAAA-51303EB8D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0576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mt-2-1">
            <a:extLst xmlns:a="http://schemas.openxmlformats.org/drawingml/2006/main">
              <a:ext uri="{FF2B5EF4-FFF2-40B4-BE49-F238E27FC236}">
                <a16:creationId xmlns:a16="http://schemas.microsoft.com/office/drawing/2014/main" id="{EAEAF60E-60DE-4EDB-8CC0-C5694E90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3243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82" name="m-2-2">
            <a:extLst xmlns:a="http://schemas.openxmlformats.org/drawingml/2006/main">
              <a:ext uri="{FF2B5EF4-FFF2-40B4-BE49-F238E27FC236}">
                <a16:creationId xmlns:a16="http://schemas.microsoft.com/office/drawing/2014/main" id="{D32C4AB8-60C7-4A98-AD92-74C9CCF7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0576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mt-2-2">
            <a:extLst xmlns:a="http://schemas.openxmlformats.org/drawingml/2006/main">
              <a:ext uri="{FF2B5EF4-FFF2-40B4-BE49-F238E27FC236}">
                <a16:creationId xmlns:a16="http://schemas.microsoft.com/office/drawing/2014/main" id="{F76C486F-E053-411E-A863-970D9E07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3243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84" name="m-2-3">
            <a:extLst xmlns:a="http://schemas.openxmlformats.org/drawingml/2006/main">
              <a:ext uri="{FF2B5EF4-FFF2-40B4-BE49-F238E27FC236}">
                <a16:creationId xmlns:a16="http://schemas.microsoft.com/office/drawing/2014/main" id="{66B92BDE-728D-4297-B775-022316A4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0576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mt-2-3">
            <a:extLst xmlns:a="http://schemas.openxmlformats.org/drawingml/2006/main">
              <a:ext uri="{FF2B5EF4-FFF2-40B4-BE49-F238E27FC236}">
                <a16:creationId xmlns:a16="http://schemas.microsoft.com/office/drawing/2014/main" id="{57801BDA-5FEB-4A67-B3E6-D59D290C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3243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86" name="m-2-4">
            <a:extLst xmlns:a="http://schemas.openxmlformats.org/drawingml/2006/main">
              <a:ext uri="{FF2B5EF4-FFF2-40B4-BE49-F238E27FC236}">
                <a16:creationId xmlns:a16="http://schemas.microsoft.com/office/drawing/2014/main" id="{4B718015-64A9-429F-A2B8-434CF1B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40576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mt-2-4">
            <a:extLst xmlns:a="http://schemas.openxmlformats.org/drawingml/2006/main">
              <a:ext uri="{FF2B5EF4-FFF2-40B4-BE49-F238E27FC236}">
                <a16:creationId xmlns:a16="http://schemas.microsoft.com/office/drawing/2014/main" id="{9FD90E9E-170B-466E-BAEF-8468DC45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43243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88" name="r-3">
            <a:extLst xmlns:a="http://schemas.openxmlformats.org/drawingml/2006/main">
              <a:ext uri="{FF2B5EF4-FFF2-40B4-BE49-F238E27FC236}">
                <a16:creationId xmlns:a16="http://schemas.microsoft.com/office/drawing/2014/main" id="{A32C7E1F-8346-4EA5-AE74-4AE5AB9A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911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All-cohort FDR</a:t>
            </a:r>
          </a:p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failure</a:t>
            </a:r>
          </a:p>
        </p:txBody>
      </p:sp>
      <p:sp>
        <p:nvSpPr>
          <p:cNvPr id="89" name="m-3-0">
            <a:extLst xmlns:a="http://schemas.openxmlformats.org/drawingml/2006/main">
              <a:ext uri="{FF2B5EF4-FFF2-40B4-BE49-F238E27FC236}">
                <a16:creationId xmlns:a16="http://schemas.microsoft.com/office/drawing/2014/main" id="{04B62773-3492-4B5F-A07B-E0E86F76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8958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0" name="mt-3-0">
            <a:extLst xmlns:a="http://schemas.openxmlformats.org/drawingml/2006/main">
              <a:ext uri="{FF2B5EF4-FFF2-40B4-BE49-F238E27FC236}">
                <a16:creationId xmlns:a16="http://schemas.microsoft.com/office/drawing/2014/main" id="{4916D4DB-C975-41B2-9112-D45C5B5D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1625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91" name="m-3-1">
            <a:extLst xmlns:a="http://schemas.openxmlformats.org/drawingml/2006/main">
              <a:ext uri="{FF2B5EF4-FFF2-40B4-BE49-F238E27FC236}">
                <a16:creationId xmlns:a16="http://schemas.microsoft.com/office/drawing/2014/main" id="{2B3548F6-D808-4821-B5CF-CDAA5479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8958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mt-3-1">
            <a:extLst xmlns:a="http://schemas.openxmlformats.org/drawingml/2006/main">
              <a:ext uri="{FF2B5EF4-FFF2-40B4-BE49-F238E27FC236}">
                <a16:creationId xmlns:a16="http://schemas.microsoft.com/office/drawing/2014/main" id="{27B90572-8EFA-483D-B34E-1C0BA42E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1625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93" name="m-3-2">
            <a:extLst xmlns:a="http://schemas.openxmlformats.org/drawingml/2006/main">
              <a:ext uri="{FF2B5EF4-FFF2-40B4-BE49-F238E27FC236}">
                <a16:creationId xmlns:a16="http://schemas.microsoft.com/office/drawing/2014/main" id="{4C23F246-E54E-46C8-B4E8-3292091E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48958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mt-3-2">
            <a:extLst xmlns:a="http://schemas.openxmlformats.org/drawingml/2006/main">
              <a:ext uri="{FF2B5EF4-FFF2-40B4-BE49-F238E27FC236}">
                <a16:creationId xmlns:a16="http://schemas.microsoft.com/office/drawing/2014/main" id="{89F8E910-6105-44EF-8C75-5A70882C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1625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</p:txBody>
      </p:sp>
      <p:sp>
        <p:nvSpPr>
          <p:cNvPr id="95" name="m-3-3">
            <a:extLst xmlns:a="http://schemas.openxmlformats.org/drawingml/2006/main">
              <a:ext uri="{FF2B5EF4-FFF2-40B4-BE49-F238E27FC236}">
                <a16:creationId xmlns:a16="http://schemas.microsoft.com/office/drawing/2014/main" id="{7AB36E99-C929-4E28-8712-C2F0F28E8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48958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6" name="mt-3-3">
            <a:extLst xmlns:a="http://schemas.openxmlformats.org/drawingml/2006/main">
              <a:ext uri="{FF2B5EF4-FFF2-40B4-BE49-F238E27FC236}">
                <a16:creationId xmlns:a16="http://schemas.microsoft.com/office/drawing/2014/main" id="{3CDDB4E9-30E0-40A6-8B43-1A4012D2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1625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97" name="m-3-4">
            <a:extLst xmlns:a="http://schemas.openxmlformats.org/drawingml/2006/main">
              <a:ext uri="{FF2B5EF4-FFF2-40B4-BE49-F238E27FC236}">
                <a16:creationId xmlns:a16="http://schemas.microsoft.com/office/drawing/2014/main" id="{4E8A76FB-35BB-489D-A014-3C4428B5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4895850"/>
            <a:ext cx="9620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8" name="mt-3-4">
            <a:extLst xmlns:a="http://schemas.openxmlformats.org/drawingml/2006/main">
              <a:ext uri="{FF2B5EF4-FFF2-40B4-BE49-F238E27FC236}">
                <a16:creationId xmlns:a16="http://schemas.microsoft.com/office/drawing/2014/main" id="{0670DD0F-1778-4522-989C-F9412504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5162550"/>
            <a:ext cx="962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HIGH</a:t>
            </a:r>
          </a:p>
        </p:txBody>
      </p:sp>
      <p:sp>
        <p:nvSpPr>
          <p:cNvPr id="99" name="c-0">
            <a:extLst xmlns:a="http://schemas.openxmlformats.org/drawingml/2006/main">
              <a:ext uri="{FF2B5EF4-FFF2-40B4-BE49-F238E27FC236}">
                <a16:creationId xmlns:a16="http://schemas.microsoft.com/office/drawing/2014/main" id="{F0D546F2-A20B-4451-B629-8F98324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867400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Full</a:t>
            </a:r>
          </a:p>
        </p:txBody>
      </p:sp>
      <p:sp>
        <p:nvSpPr>
          <p:cNvPr id="100" name="c-1">
            <a:extLst xmlns:a="http://schemas.openxmlformats.org/drawingml/2006/main">
              <a:ext uri="{FF2B5EF4-FFF2-40B4-BE49-F238E27FC236}">
                <a16:creationId xmlns:a16="http://schemas.microsoft.com/office/drawing/2014/main" id="{9F946E9C-4C5A-4536-9201-2EC35E9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867400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−T</a:t>
            </a:r>
          </a:p>
        </p:txBody>
      </p:sp>
      <p:sp>
        <p:nvSpPr>
          <p:cNvPr id="101" name="c-2">
            <a:extLst xmlns:a="http://schemas.openxmlformats.org/drawingml/2006/main">
              <a:ext uri="{FF2B5EF4-FFF2-40B4-BE49-F238E27FC236}">
                <a16:creationId xmlns:a16="http://schemas.microsoft.com/office/drawing/2014/main" id="{AE1D31E0-94EE-41A0-8D61-BADCF9A3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867400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−S</a:t>
            </a:r>
          </a:p>
        </p:txBody>
      </p:sp>
      <p:sp>
        <p:nvSpPr>
          <p:cNvPr id="102" name="c-3">
            <a:extLst xmlns:a="http://schemas.openxmlformats.org/drawingml/2006/main">
              <a:ext uri="{FF2B5EF4-FFF2-40B4-BE49-F238E27FC236}">
                <a16:creationId xmlns:a16="http://schemas.microsoft.com/office/drawing/2014/main" id="{CABD7639-17DB-4D01-9BA6-3CC5B9AE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0" y="5867400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−FDR</a:t>
            </a:r>
          </a:p>
        </p:txBody>
      </p:sp>
      <p:sp>
        <p:nvSpPr>
          <p:cNvPr id="103" name="c-4">
            <a:extLst xmlns:a="http://schemas.openxmlformats.org/drawingml/2006/main">
              <a:ext uri="{FF2B5EF4-FFF2-40B4-BE49-F238E27FC236}">
                <a16:creationId xmlns:a16="http://schemas.microsoft.com/office/drawing/2014/main" id="{257586E3-B19F-4AEA-954A-1797085F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5867400"/>
            <a:ext cx="962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Naive</a:t>
            </a:r>
          </a:p>
        </p:txBody>
      </p:sp>
      <p:sp>
        <p:nvSpPr>
          <p:cNvPr id="104" name="leg1">
            <a:extLst xmlns:a="http://schemas.openxmlformats.org/drawingml/2006/main">
              <a:ext uri="{FF2B5EF4-FFF2-40B4-BE49-F238E27FC236}">
                <a16:creationId xmlns:a16="http://schemas.microsoft.com/office/drawing/2014/main" id="{F3CA2EED-728D-4940-878A-E70591BA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5722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8881"/>
          </a:solidFill>
          <a:ln xmlns:a="http://schemas.openxmlformats.org/drawingml/2006/main" w="0">
            <a:solidFill>
              <a:srgbClr val="108881"/>
            </a:solidFill>
            <a:prstDash val="solid"/>
          </a:ln>
        </p:spPr>
      </p:sp>
      <p:sp>
        <p:nvSpPr>
          <p:cNvPr id="105" name="leg1t">
            <a:extLst xmlns:a="http://schemas.openxmlformats.org/drawingml/2006/main">
              <a:ext uri="{FF2B5EF4-FFF2-40B4-BE49-F238E27FC236}">
                <a16:creationId xmlns:a16="http://schemas.microsoft.com/office/drawing/2014/main" id="{67238316-27C6-459C-88E2-A602DED5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496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HIGH permitted</a:t>
            </a:r>
          </a:p>
        </p:txBody>
      </p:sp>
      <p:sp>
        <p:nvSpPr>
          <p:cNvPr id="106" name="leg2">
            <a:extLst xmlns:a="http://schemas.openxmlformats.org/drawingml/2006/main">
              <a:ext uri="{FF2B5EF4-FFF2-40B4-BE49-F238E27FC236}">
                <a16:creationId xmlns:a16="http://schemas.microsoft.com/office/drawing/2014/main" id="{42FD5687-3984-4EA5-8A75-7E9E33CB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572250"/>
            <a:ext cx="266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EF5"/>
          </a:solidFill>
          <a:ln xmlns:a="http://schemas.openxmlformats.org/drawingml/2006/main" w="0">
            <a:solidFill>
              <a:srgbClr val="E9EEF5"/>
            </a:solidFill>
            <a:prstDash val="solid"/>
          </a:ln>
        </p:spPr>
      </p:sp>
      <p:sp>
        <p:nvSpPr>
          <p:cNvPr id="107" name="leg2t">
            <a:extLst xmlns:a="http://schemas.openxmlformats.org/drawingml/2006/main">
              <a:ext uri="{FF2B5EF4-FFF2-40B4-BE49-F238E27FC236}">
                <a16:creationId xmlns:a16="http://schemas.microsoft.com/office/drawing/2014/main" id="{87D00F0F-D47C-4B0B-940F-AC80831B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64960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17213D"/>
                </a:solidFill>
                <a:latin typeface="Helvetica Neue"/>
                <a:ea typeface="Helvetica Neue"/>
                <a:cs typeface="Helvetica Neue"/>
              </a:rPr>
              <a:t>BLOCK / ABSTAIN</a:t>
            </a:r>
          </a:p>
        </p:txBody>
      </p:sp>
      <p:sp>
        <p:nvSpPr>
          <p:cNvPr id="108" name="footer">
            <a:extLst xmlns:a="http://schemas.openxmlformats.org/drawingml/2006/main">
              <a:ext uri="{FF2B5EF4-FFF2-40B4-BE49-F238E27FC236}">
                <a16:creationId xmlns:a16="http://schemas.microsoft.com/office/drawing/2014/main" id="{18B93E59-9E59-46F2-A3D6-67BE2A8E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29550"/>
            <a:ext cx="1543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defRPr>
            </a:pPr>
            <a:r>
              <a:rPr b="0">
                <a:solidFill>
                  <a:srgbClr val="5E687D"/>
                </a:solidFill>
                <a:latin typeface="Helvetica Neue"/>
                <a:ea typeface="Helvetica Neue"/>
                <a:cs typeface="Helvetica Neue"/>
              </a:rPr>
              <a:t>Frozen 2⁵ deterministic enumeration. Exact finite-suite counts only; no p values or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852026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2026-09-16T06:44:56.9080000Z</dcterms:created>
  <dcterms:modified xsi:type="dcterms:W3CDTF">2026-09-16T06:44:56.9080000Z</dcterms:modified>
</coreProperties>
</file>